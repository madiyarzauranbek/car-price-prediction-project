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2" r:id="rId13"/>
    <p:sldId id="271" r:id="rId14"/>
    <p:sldId id="267" r:id="rId15"/>
    <p:sldId id="265" r:id="rId16"/>
    <p:sldId id="266" r:id="rId17"/>
    <p:sldId id="268" r:id="rId18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5" autoAdjust="0"/>
    <p:restoredTop sz="94660"/>
  </p:normalViewPr>
  <p:slideViewPr>
    <p:cSldViewPr snapToGrid="0">
      <p:cViewPr>
        <p:scale>
          <a:sx n="75" d="100"/>
          <a:sy n="75" d="100"/>
        </p:scale>
        <p:origin x="126" y="17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F68E2-421E-D212-9690-F83AF328A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D8AFF-D5A7-8070-14E6-56FB687DE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6ADDA7-FC82-3E73-90CF-AF8635B0C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EEF15C-44D4-509B-5315-A61C472F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6B551B-45B0-471E-E359-DEEBB457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5598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3E204-38BD-33F1-2420-D0E9E8E56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3C2CD6-3ECD-8747-FA45-DAEF46D8F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159623-50E4-A8C8-BDCD-9F369795C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00CDC6-D89B-5B4E-1C28-72AEE138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6D8A94-58A6-3EAC-CD53-7D93205C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35046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45334-101D-E18E-88CB-9B655C5D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BE47E4-CFE6-C366-350D-D070C780A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7EBCB5-E462-CF2B-21B7-5ADDAD6E1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8A9282-F05F-E4DE-1127-CC25C20F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A7692F-371A-22EA-92F0-1007E168A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26201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82FDA-E14B-36E8-3654-EA6C8F72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CCBF88-0176-FFC3-1502-66F86FB3E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404EDD-1C2C-95C4-4974-CDB3CA694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8D4C56-B747-2131-A8C5-A18581905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446C3E-49AE-11D0-F1D6-C2CE905A7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13833A-0954-7858-B9DB-60C24400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7158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2B1DD-C9C5-235F-4CC9-5E1E5B949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F4D267-4F43-5DDC-0D4C-E366F70F1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A9C5B9-C9BA-ACB3-4DD5-48A54EE3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1B946E8-562A-3E79-CEE2-F906B2E02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8331CF-8970-3559-E538-27FA33921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A71AE33-5615-4980-C34D-C0AE2387E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25EA895-504B-1AD5-40CC-5B6B82597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DEEA48D-5BB2-8EAF-7467-D6B5C9D16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0347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6A624-81F4-836A-4FC7-65924EFE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28DF138-4816-71F3-AA30-9A410B94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7A101A-12CA-1D1C-D5E7-9EF755B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BCE759-697C-C25F-CD2B-73531BA3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2380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B34863-7308-3C82-7067-60B467C0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9C8145A-790B-12B5-6C26-96DF9FE0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4AD3E2-038A-2C66-B8C9-FD7890762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4004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F23A81-232E-B6EF-EBDC-C3938E509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920283-5A15-4CAF-4966-FC2E792F7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A410B6-F597-27F2-45CB-4737506EE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457E8A-58C4-E487-1E72-B8AFB4D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974F1D-F320-CE5D-9817-14CA1441E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FDC04D-8253-C613-6DB1-12AC00F18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890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3A99D-6985-96A9-BDA6-E29C8CA3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0034A2-63D9-B559-F62E-F7F9C900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9B7EA0-E6B4-E50D-3058-8C662509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E5F34C-4373-DF7A-B853-21039D18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FE9BA6-8D85-2D5D-BB40-67DC3D97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F037C9-53C9-F213-C1BC-269AA66C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7404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BA390-FB3C-5603-B270-8E18ADF95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387152-BF2F-70AC-4C08-730C1A9AC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FBDEAB-0F75-9062-7809-876D9FF3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DEE382-C9D1-BA8F-E676-F326C2D96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D5E3FB-CBED-EB7C-0CF1-14F543E1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9021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AF8869D-99F5-50F9-EC81-08125B9AD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004483-F570-5514-765F-521B1E5BD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F33DE9-AB0F-D48C-8456-B3D11696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E16BD3-C108-D3ED-1979-99FD3355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2DE18A-59D6-6FC6-6657-056F73B1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7321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C8A77-AB02-D9C7-76C4-5DA822A9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B2755A-3643-4104-7C74-19D3FC20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5929EB-0690-6BEB-4216-E69959F33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EE40B-FDFA-47A8-808D-81040664CB80}" type="datetimeFigureOut">
              <a:rPr lang="ru-KZ" smtClean="0"/>
              <a:t>12.12.2025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EBDBC7-249A-91F6-0086-F5BC82857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8EB03F-AEC8-D363-3B13-DF8C5694D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162F0-E642-4D10-B909-DE485976189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69389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46077-7FDE-4320-195E-1828B52A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A84FB9-8274-4A5B-179D-9D8DD2BB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6279" y="1741337"/>
            <a:ext cx="6739136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 err="1">
                <a:solidFill>
                  <a:schemeClr val="tx2"/>
                </a:solidFill>
              </a:rPr>
              <a:t>Финальный</a:t>
            </a:r>
            <a:r>
              <a:rPr lang="en-US" sz="5400" dirty="0">
                <a:solidFill>
                  <a:schemeClr val="tx2"/>
                </a:solidFill>
              </a:rPr>
              <a:t> </a:t>
            </a:r>
            <a:r>
              <a:rPr lang="en-US" sz="5400" dirty="0" err="1">
                <a:solidFill>
                  <a:schemeClr val="tx2"/>
                </a:solidFill>
              </a:rPr>
              <a:t>проект</a:t>
            </a:r>
            <a:r>
              <a:rPr lang="en-US" sz="5400" dirty="0">
                <a:solidFill>
                  <a:schemeClr val="tx2"/>
                </a:solidFill>
              </a:rPr>
              <a:t> МО</a:t>
            </a:r>
            <a:br>
              <a:rPr lang="ru-RU" sz="5400" dirty="0">
                <a:solidFill>
                  <a:schemeClr val="tx2"/>
                </a:solidFill>
              </a:rPr>
            </a:br>
            <a:endParaRPr lang="en-US" sz="5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6628EE1-D0F0-6CC6-1BD8-95F053E20275}"/>
              </a:ext>
            </a:extLst>
          </p:cNvPr>
          <p:cNvSpPr txBox="1">
            <a:spLocks/>
          </p:cNvSpPr>
          <p:nvPr/>
        </p:nvSpPr>
        <p:spPr>
          <a:xfrm>
            <a:off x="2725505" y="4200522"/>
            <a:ext cx="6740685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1000"/>
              </a:spcBef>
            </a:pPr>
            <a:r>
              <a:rPr lang="en-US" sz="2400" dirty="0" err="1">
                <a:solidFill>
                  <a:schemeClr val="tx2"/>
                </a:solidFill>
              </a:rPr>
              <a:t>Выполнил</a:t>
            </a:r>
            <a:r>
              <a:rPr lang="en-US" sz="2400" dirty="0">
                <a:solidFill>
                  <a:schemeClr val="tx2"/>
                </a:solidFill>
              </a:rPr>
              <a:t>: </a:t>
            </a:r>
            <a:r>
              <a:rPr lang="en-US" sz="2400" dirty="0" err="1">
                <a:solidFill>
                  <a:schemeClr val="tx2"/>
                </a:solidFill>
              </a:rPr>
              <a:t>Зауранбек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Мадияр</a:t>
            </a:r>
            <a:endParaRPr lang="en-US" sz="2400" b="1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6138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F065F-4BA6-B1A1-5785-9659B1E8CF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1ABA4C9-9FE3-45D3-DE6D-7B5B492D2E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Рисунок 4" descr="Изображение выглядит как текст, программное обеспечение, Мультимедийное программное обеспечение, Графическ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1C8E904-F115-487B-B954-C1D063F54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1215" y="780573"/>
            <a:ext cx="17342069" cy="529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16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644D1-DD67-E39D-D056-1E6E5BF6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364529-7E5D-5930-CA1F-956A94CA94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0"/>
            <a:ext cx="5045050" cy="6858000"/>
          </a:xfrm>
        </p:spPr>
      </p:pic>
      <p:pic>
        <p:nvPicPr>
          <p:cNvPr id="7" name="Рисунок 6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5402D5-5D7B-F4A6-C91B-67C18A9C3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316" y="0"/>
            <a:ext cx="66543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4656CF-B89B-A185-B656-ED965920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019C61-2AE5-DCF1-C18C-0E06F8BC8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7148"/>
            <a:ext cx="12192000" cy="4443708"/>
          </a:xfrm>
        </p:spPr>
      </p:pic>
    </p:spTree>
    <p:extLst>
      <p:ext uri="{BB962C8B-B14F-4D97-AF65-F5344CB8AC3E}">
        <p14:creationId xmlns:p14="http://schemas.microsoft.com/office/powerpoint/2010/main" val="1412446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59756-EA7A-0036-5D96-CB3523BD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2E3F7F-3C15-C4C8-4A42-9C3045A9E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0"/>
            <a:ext cx="5457475" cy="6858000"/>
          </a:xfrm>
        </p:spPr>
      </p:pic>
      <p:pic>
        <p:nvPicPr>
          <p:cNvPr id="7" name="Рисунок 6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517DB4-9074-C59B-6327-BD853743D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872" y="0"/>
            <a:ext cx="64668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083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F9559-714A-6A97-F7AE-BA4EAA219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15C9AF-9CF6-D2B6-B0A2-EDBAD6C96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37657"/>
            <a:ext cx="12192000" cy="4359905"/>
          </a:xfrm>
        </p:spPr>
      </p:pic>
    </p:spTree>
    <p:extLst>
      <p:ext uri="{BB962C8B-B14F-4D97-AF65-F5344CB8AC3E}">
        <p14:creationId xmlns:p14="http://schemas.microsoft.com/office/powerpoint/2010/main" val="290420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F903A6-26C1-9E97-D9CD-259A7997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2BD3A4-8A60-8329-5039-6F68488FF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4744"/>
            <a:ext cx="12281350" cy="6862744"/>
          </a:xfrm>
        </p:spPr>
      </p:pic>
    </p:spTree>
    <p:extLst>
      <p:ext uri="{BB962C8B-B14F-4D97-AF65-F5344CB8AC3E}">
        <p14:creationId xmlns:p14="http://schemas.microsoft.com/office/powerpoint/2010/main" val="20411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1CE223-CA6F-AE68-1ABE-BF9207F8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4DDC13-C3BF-1A92-EF4C-F03DFC772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9218"/>
            <a:ext cx="12192916" cy="6243657"/>
          </a:xfrm>
        </p:spPr>
      </p:pic>
    </p:spTree>
    <p:extLst>
      <p:ext uri="{BB962C8B-B14F-4D97-AF65-F5344CB8AC3E}">
        <p14:creationId xmlns:p14="http://schemas.microsoft.com/office/powerpoint/2010/main" val="1902471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D69985-0681-4547-506C-F44DB7E00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1C7DD3-E5AB-DE38-E0D2-25E5AE33F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" y="0"/>
            <a:ext cx="12139704" cy="6857999"/>
          </a:xfrm>
        </p:spPr>
      </p:pic>
    </p:spTree>
    <p:extLst>
      <p:ext uri="{BB962C8B-B14F-4D97-AF65-F5344CB8AC3E}">
        <p14:creationId xmlns:p14="http://schemas.microsoft.com/office/powerpoint/2010/main" val="203720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ACF22-91D9-AB2A-D984-FDC5AA81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 descr="Изображение выглядит как текст, снимок экрана, меню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EFA6DB-7A8B-F298-6B6A-1064D83B4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4" y="0"/>
            <a:ext cx="12052811" cy="6858000"/>
          </a:xfrm>
        </p:spPr>
      </p:pic>
    </p:spTree>
    <p:extLst>
      <p:ext uri="{BB962C8B-B14F-4D97-AF65-F5344CB8AC3E}">
        <p14:creationId xmlns:p14="http://schemas.microsoft.com/office/powerpoint/2010/main" val="1715965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EF198-50D3-6CD0-7811-7C46F9DB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038783-B0EA-7BF4-AD04-4CC46734F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5900" y="620680"/>
            <a:ext cx="12407900" cy="5872195"/>
          </a:xfrm>
        </p:spPr>
      </p:pic>
    </p:spTree>
    <p:extLst>
      <p:ext uri="{BB962C8B-B14F-4D97-AF65-F5344CB8AC3E}">
        <p14:creationId xmlns:p14="http://schemas.microsoft.com/office/powerpoint/2010/main" val="17995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31D02-04CC-5272-3A0A-AD5C5F3A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6EE3A-0DFE-0FF2-60CF-3C25A2D1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5399" y="6267938"/>
            <a:ext cx="3308838" cy="45240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ru-RU" sz="2000" dirty="0">
                <a:solidFill>
                  <a:srgbClr val="FFFFFF"/>
                </a:solidFill>
              </a:rPr>
              <a:t>Выполнил: </a:t>
            </a:r>
            <a:r>
              <a:rPr lang="ru-RU" sz="2000" dirty="0" err="1">
                <a:solidFill>
                  <a:srgbClr val="FFFFFF"/>
                </a:solidFill>
              </a:rPr>
              <a:t>Зауранбек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Мадияр</a:t>
            </a:r>
            <a:endParaRPr lang="en-US" sz="2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9D499F6-BB15-8C9A-BE83-34709081D182}"/>
              </a:ext>
            </a:extLst>
          </p:cNvPr>
          <p:cNvSpPr txBox="1">
            <a:spLocks/>
          </p:cNvSpPr>
          <p:nvPr/>
        </p:nvSpPr>
        <p:spPr>
          <a:xfrm>
            <a:off x="56906" y="1504462"/>
            <a:ext cx="5409655" cy="28389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600" dirty="0"/>
              <a:t>Результаты по 10 семинару</a:t>
            </a:r>
            <a:endParaRPr lang="en-US" sz="5600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7501AB5-342A-3EC3-DB0C-3B61F61CCA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00500" y="419100"/>
            <a:ext cx="41910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KZ"/>
          </a:p>
        </p:txBody>
      </p:sp>
      <p:pic>
        <p:nvPicPr>
          <p:cNvPr id="6" name="Рисунок 5" descr="Изображение выглядит как Человеческое лицо, человек, снимок экрана, колла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E34072-E4B7-9F9D-4A26-1DA821A73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049" y="0"/>
            <a:ext cx="6004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0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AD25-1588-94B1-6466-A795F8EF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2C532-144B-A8CC-FE77-DD1EEA03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5399" y="6267938"/>
            <a:ext cx="3308838" cy="45240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ru-RU" sz="2000" dirty="0">
                <a:solidFill>
                  <a:srgbClr val="FFFFFF"/>
                </a:solidFill>
              </a:rPr>
              <a:t>Выполнил: </a:t>
            </a:r>
            <a:r>
              <a:rPr lang="ru-RU" sz="2000" dirty="0" err="1">
                <a:solidFill>
                  <a:srgbClr val="FFFFFF"/>
                </a:solidFill>
              </a:rPr>
              <a:t>Зауранбек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Мадияр</a:t>
            </a:r>
            <a:endParaRPr lang="en-US" sz="2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5348AF9-1277-1CCC-C6B2-DF3CEC0A9817}"/>
              </a:ext>
            </a:extLst>
          </p:cNvPr>
          <p:cNvSpPr txBox="1">
            <a:spLocks/>
          </p:cNvSpPr>
          <p:nvPr/>
        </p:nvSpPr>
        <p:spPr>
          <a:xfrm>
            <a:off x="1453661" y="742462"/>
            <a:ext cx="5409655" cy="28389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600" dirty="0">
                <a:solidFill>
                  <a:srgbClr val="FFFFFF"/>
                </a:solidFill>
              </a:rPr>
              <a:t>Финальный проект МО</a:t>
            </a:r>
            <a:endParaRPr lang="en-US" sz="5600" dirty="0">
              <a:solidFill>
                <a:srgbClr val="FFFFFF"/>
              </a:solidFill>
            </a:endParaRPr>
          </a:p>
        </p:txBody>
      </p:sp>
      <p:pic>
        <p:nvPicPr>
          <p:cNvPr id="5" name="Рисунок 4" descr="Изображение выглядит как текст, электроника, снимок экран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C4A4EE-85BC-247D-6475-F5FC9110F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1229"/>
            <a:ext cx="7797800" cy="6122909"/>
          </a:xfrm>
          <a:prstGeom prst="rect">
            <a:avLst/>
          </a:prstGeom>
        </p:spPr>
      </p:pic>
      <p:pic>
        <p:nvPicPr>
          <p:cNvPr id="6" name="Объект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E67E5F-4733-DED3-8341-31CEEDA8B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00" y="371231"/>
            <a:ext cx="4394200" cy="6115537"/>
          </a:xfrm>
        </p:spPr>
      </p:pic>
    </p:spTree>
    <p:extLst>
      <p:ext uri="{BB962C8B-B14F-4D97-AF65-F5344CB8AC3E}">
        <p14:creationId xmlns:p14="http://schemas.microsoft.com/office/powerpoint/2010/main" val="3996180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40E99-C068-2D95-2805-05690219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594866-81C2-BCC1-522D-AF18EA3D1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254" y="0"/>
            <a:ext cx="7923491" cy="6858000"/>
          </a:xfrm>
        </p:spPr>
      </p:pic>
    </p:spTree>
    <p:extLst>
      <p:ext uri="{BB962C8B-B14F-4D97-AF65-F5344CB8AC3E}">
        <p14:creationId xmlns:p14="http://schemas.microsoft.com/office/powerpoint/2010/main" val="2849923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9B43E-7668-6B22-2B77-A86C9E3A5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5399" y="6267938"/>
            <a:ext cx="3308838" cy="45240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ru-RU" sz="2000" dirty="0">
                <a:solidFill>
                  <a:srgbClr val="FFFFFF"/>
                </a:solidFill>
              </a:rPr>
              <a:t>Выполнил: </a:t>
            </a:r>
            <a:r>
              <a:rPr lang="ru-RU" sz="2000" dirty="0" err="1">
                <a:solidFill>
                  <a:srgbClr val="FFFFFF"/>
                </a:solidFill>
              </a:rPr>
              <a:t>Зауранбек</a:t>
            </a:r>
            <a:r>
              <a:rPr lang="ru-RU" sz="2000" dirty="0">
                <a:solidFill>
                  <a:srgbClr val="FFFFFF"/>
                </a:solidFill>
              </a:rPr>
              <a:t> </a:t>
            </a:r>
            <a:r>
              <a:rPr lang="ru-RU" sz="2000" dirty="0" err="1">
                <a:solidFill>
                  <a:srgbClr val="FFFFFF"/>
                </a:solidFill>
              </a:rPr>
              <a:t>Мадияр</a:t>
            </a:r>
            <a:endParaRPr lang="en-US" sz="2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9BE1CD3-3A57-C7B9-2DBF-E483A11FF5C6}"/>
              </a:ext>
            </a:extLst>
          </p:cNvPr>
          <p:cNvSpPr txBox="1">
            <a:spLocks/>
          </p:cNvSpPr>
          <p:nvPr/>
        </p:nvSpPr>
        <p:spPr>
          <a:xfrm>
            <a:off x="1453661" y="742462"/>
            <a:ext cx="5409655" cy="28389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600" dirty="0">
                <a:solidFill>
                  <a:srgbClr val="FFFFFF"/>
                </a:solidFill>
              </a:rPr>
              <a:t>Спасибо за внимание!</a:t>
            </a:r>
            <a:endParaRPr lang="en-US" sz="5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033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911DE-1E3C-EAF0-E33B-A7BCD5A62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AE04DC1-39BB-8F35-CFF6-1263EDBE4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25855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6ABAA0-91AC-45C2-AC7A-1D870CE6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78F420-B183-94E7-45EC-3E5BB691F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86109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31</Words>
  <Application>Microsoft Office PowerPoint</Application>
  <PresentationFormat>Широкоэкранный</PresentationFormat>
  <Paragraphs>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Тема Office</vt:lpstr>
      <vt:lpstr>Финальный проект МО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Выполнил: Зауранбек Мадияр</vt:lpstr>
      <vt:lpstr>Выполнил: Зауранбек Мадияр</vt:lpstr>
      <vt:lpstr>Презентация PowerPoint</vt:lpstr>
      <vt:lpstr>Выполнил: Зауранбек Мадияр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Madiyar Zauranbek</dc:creator>
  <cp:lastModifiedBy>Madiyar Zauranbek</cp:lastModifiedBy>
  <cp:revision>1</cp:revision>
  <dcterms:created xsi:type="dcterms:W3CDTF">2025-12-12T12:18:56Z</dcterms:created>
  <dcterms:modified xsi:type="dcterms:W3CDTF">2025-12-12T14:19:23Z</dcterms:modified>
</cp:coreProperties>
</file>